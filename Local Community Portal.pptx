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  <p:sldMasterId id="2147483816" r:id="rId2"/>
  </p:sldMasterIdLst>
  <p:sldIdLst>
    <p:sldId id="266" r:id="rId3"/>
    <p:sldId id="256" r:id="rId4"/>
    <p:sldId id="262" r:id="rId5"/>
    <p:sldId id="263" r:id="rId6"/>
    <p:sldId id="264" r:id="rId7"/>
    <p:sldId id="257" r:id="rId8"/>
    <p:sldId id="258" r:id="rId9"/>
    <p:sldId id="259" r:id="rId10"/>
    <p:sldId id="260" r:id="rId11"/>
    <p:sldId id="261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69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708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17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875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61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26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08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93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654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504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55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119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916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749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505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719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6322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825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8110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9488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9271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2743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7213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9692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937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3098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3155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78286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929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2899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6681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5694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418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9502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4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15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BFE23FD-9F86-4B9D-A6C3-6BDAD5AA20E5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FC5FC90-6C3A-43D1-8759-7B16E776A5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52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IET logo">
            <a:extLst>
              <a:ext uri="{FF2B5EF4-FFF2-40B4-BE49-F238E27FC236}">
                <a16:creationId xmlns:a16="http://schemas.microsoft.com/office/drawing/2014/main" id="{0B6EEDFC-0F9E-8B40-A165-682CC5FA2236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8922" y="876300"/>
            <a:ext cx="1066799" cy="838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table">
            <a:extLst>
              <a:ext uri="{FF2B5EF4-FFF2-40B4-BE49-F238E27FC236}">
                <a16:creationId xmlns:a16="http://schemas.microsoft.com/office/drawing/2014/main" id="{86F581EA-1BAD-D499-254A-609B2F533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9" y="3060700"/>
            <a:ext cx="6833419" cy="7366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4A94A6-51DB-2B43-8A44-01E2BA90A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781058"/>
              </p:ext>
            </p:extLst>
          </p:nvPr>
        </p:nvGraphicFramePr>
        <p:xfrm>
          <a:off x="1415842" y="2068445"/>
          <a:ext cx="10097729" cy="616967"/>
        </p:xfrm>
        <a:graphic>
          <a:graphicData uri="http://schemas.openxmlformats.org/drawingml/2006/table">
            <a:tbl>
              <a:tblPr/>
              <a:tblGrid>
                <a:gridCol w="10097729">
                  <a:extLst>
                    <a:ext uri="{9D8B030D-6E8A-4147-A177-3AD203B41FA5}">
                      <a16:colId xmlns:a16="http://schemas.microsoft.com/office/drawing/2014/main" val="4136402574"/>
                    </a:ext>
                  </a:extLst>
                </a:gridCol>
              </a:tblGrid>
              <a:tr h="1768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Local Community Portal Design a website for a local community that includes news, events, business directories, and a forum for residents.</a:t>
                      </a:r>
                    </a:p>
                  </a:txBody>
                  <a:tcPr marL="7367" marR="7367" marT="736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3317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148F64B-EBE7-89DA-F60C-4508215A4A72}"/>
              </a:ext>
            </a:extLst>
          </p:cNvPr>
          <p:cNvSpPr txBox="1"/>
          <p:nvPr/>
        </p:nvSpPr>
        <p:spPr>
          <a:xfrm>
            <a:off x="3048000" y="3427968"/>
            <a:ext cx="1980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Samyak Chaturvedi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A53E7-DAAA-E78B-D89C-482F580328C1}"/>
              </a:ext>
            </a:extLst>
          </p:cNvPr>
          <p:cNvSpPr txBox="1"/>
          <p:nvPr/>
        </p:nvSpPr>
        <p:spPr>
          <a:xfrm>
            <a:off x="5422595" y="3414646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202501100600220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B1B2E-4C56-F3A7-004F-95BEC842BA8F}"/>
              </a:ext>
            </a:extLst>
          </p:cNvPr>
          <p:cNvSpPr txBox="1"/>
          <p:nvPr/>
        </p:nvSpPr>
        <p:spPr>
          <a:xfrm>
            <a:off x="7583417" y="3427968"/>
            <a:ext cx="2298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370114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693C0-6A30-BC45-4155-AFABCA96E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73247"/>
            <a:ext cx="9144000" cy="2387600"/>
          </a:xfrm>
        </p:spPr>
        <p:txBody>
          <a:bodyPr/>
          <a:lstStyle/>
          <a:p>
            <a:r>
              <a:rPr lang="en-IN" dirty="0"/>
              <a:t>Local Community Portal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3C4AD-E072-D000-B215-900B1BE4A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8490"/>
            <a:ext cx="9144000" cy="1655762"/>
          </a:xfrm>
        </p:spPr>
        <p:txBody>
          <a:bodyPr/>
          <a:lstStyle/>
          <a:p>
            <a:r>
              <a:rPr lang="en-IN" dirty="0"/>
              <a:t>Website Use Case Project</a:t>
            </a:r>
          </a:p>
        </p:txBody>
      </p:sp>
      <p:pic>
        <p:nvPicPr>
          <p:cNvPr id="5" name="Picture 4" descr="A blue and white background with white text&#10;&#10;AI-generated content may be incorrect.">
            <a:extLst>
              <a:ext uri="{FF2B5EF4-FFF2-40B4-BE49-F238E27FC236}">
                <a16:creationId xmlns:a16="http://schemas.microsoft.com/office/drawing/2014/main" id="{579206B3-446A-2E7E-B283-724B88D1C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5" y="334297"/>
            <a:ext cx="11454581" cy="29742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39251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7B5E-FB8B-46BA-BC07-4143BC23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Empathize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AA7FC4-A8E4-F4B2-EBDD-BEEB381E20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75" y="2188886"/>
            <a:ext cx="9882044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first step was understanding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needs of local residents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who want quick and organized access to community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face common problems such as: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finding event updates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central platform for news or announcements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accessible information on local businesses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open space for discussions or feedback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this, the website aims to support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navigation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participation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083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82F3-7C03-3A0B-730B-85BA6C92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3E2265-C4E4-B8F1-4B6C-717ECE8ACD4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647984"/>
            <a:ext cx="935704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 identified: Residents lack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unified digital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all local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requirements defined: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news and event updates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 access to business directory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users to share thoughts via a simple forum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consistent layout and easy navigation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510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71F1-D242-94D1-53B4-4AE7FCF1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Ideate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8BA31A-AE90-D465-AD1D-6D278C9DB7D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214694"/>
            <a:ext cx="8741496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Brainstormed multiple webpage layouts and selected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clean, card-based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Decided on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teal &amp; beige theme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readability.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 form 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 more advanced, polished look.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structure chosen: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| Events | Business Directory | Forum | Login</a:t>
            </a:r>
          </a:p>
        </p:txBody>
      </p:sp>
    </p:spTree>
    <p:extLst>
      <p:ext uri="{BB962C8B-B14F-4D97-AF65-F5344CB8AC3E}">
        <p14:creationId xmlns:p14="http://schemas.microsoft.com/office/powerpoint/2010/main" val="399727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FBC9D219-69E2-F281-1D2B-355CC1999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018" y="176981"/>
            <a:ext cx="5762387" cy="2792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96FDC3-4DD6-3DD4-E0BD-CED9F114C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213" y="3888659"/>
            <a:ext cx="5751192" cy="250094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C507E5-41D5-6BCD-5B3C-9FF6D93F47B9}"/>
              </a:ext>
            </a:extLst>
          </p:cNvPr>
          <p:cNvSpPr txBox="1"/>
          <p:nvPr/>
        </p:nvSpPr>
        <p:spPr>
          <a:xfrm>
            <a:off x="2979174" y="176981"/>
            <a:ext cx="35297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Home Page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D9FE8-D7A6-016F-CAC9-E6358CC5E0BF}"/>
              </a:ext>
            </a:extLst>
          </p:cNvPr>
          <p:cNvSpPr txBox="1"/>
          <p:nvPr/>
        </p:nvSpPr>
        <p:spPr>
          <a:xfrm>
            <a:off x="2979174" y="4362625"/>
            <a:ext cx="27911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/>
              <a:t>Event</a:t>
            </a:r>
            <a:r>
              <a:rPr lang="en-IN" sz="3200" dirty="0"/>
              <a:t> </a:t>
            </a:r>
            <a:r>
              <a:rPr lang="en-IN" sz="4400" dirty="0"/>
              <a:t>Page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0048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97940D-E1C4-4776-F863-7779CD7B5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858" y="213852"/>
            <a:ext cx="6096000" cy="2439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C3547B-21BD-699D-7C96-AFC1FA6D2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857" y="4077929"/>
            <a:ext cx="6096001" cy="2032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C08686-A257-76B6-DF71-E9FB1CB679A9}"/>
              </a:ext>
            </a:extLst>
          </p:cNvPr>
          <p:cNvSpPr txBox="1"/>
          <p:nvPr/>
        </p:nvSpPr>
        <p:spPr>
          <a:xfrm>
            <a:off x="2084439" y="471949"/>
            <a:ext cx="34948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/>
              <a:t>Business Page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0BBD4-DDC1-6967-EFDC-D6F8A6CBA6CF}"/>
              </a:ext>
            </a:extLst>
          </p:cNvPr>
          <p:cNvSpPr txBox="1"/>
          <p:nvPr/>
        </p:nvSpPr>
        <p:spPr>
          <a:xfrm>
            <a:off x="2568545" y="4324488"/>
            <a:ext cx="30107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/>
              <a:t>Forum Page</a:t>
            </a:r>
          </a:p>
        </p:txBody>
      </p:sp>
    </p:spTree>
    <p:extLst>
      <p:ext uri="{BB962C8B-B14F-4D97-AF65-F5344CB8AC3E}">
        <p14:creationId xmlns:p14="http://schemas.microsoft.com/office/powerpoint/2010/main" val="206292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BB9AD9E-00DD-6304-4C01-B00D66921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77" y="972206"/>
            <a:ext cx="5976803" cy="17120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976A12-32C1-C6FC-13B3-B331D2000679}"/>
              </a:ext>
            </a:extLst>
          </p:cNvPr>
          <p:cNvSpPr txBox="1"/>
          <p:nvPr/>
        </p:nvSpPr>
        <p:spPr>
          <a:xfrm>
            <a:off x="7364361" y="1445341"/>
            <a:ext cx="3783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HTML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8F089A-85A2-B0B5-CA43-368BA1C85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77" y="3801100"/>
            <a:ext cx="5906324" cy="182905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825E3D-DF9A-20D3-C037-72EE7D48A0E6}"/>
              </a:ext>
            </a:extLst>
          </p:cNvPr>
          <p:cNvSpPr txBox="1"/>
          <p:nvPr/>
        </p:nvSpPr>
        <p:spPr>
          <a:xfrm>
            <a:off x="6638840" y="4392461"/>
            <a:ext cx="5234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Internal CSS Design</a:t>
            </a:r>
          </a:p>
        </p:txBody>
      </p:sp>
    </p:spTree>
    <p:extLst>
      <p:ext uri="{BB962C8B-B14F-4D97-AF65-F5344CB8AC3E}">
        <p14:creationId xmlns:p14="http://schemas.microsoft.com/office/powerpoint/2010/main" val="501419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524527-118A-63E1-51A3-EBE1356FE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00" y="1847412"/>
            <a:ext cx="6982799" cy="40677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3AABF1-A680-2C68-F9E2-CA9E6D446253}"/>
              </a:ext>
            </a:extLst>
          </p:cNvPr>
          <p:cNvSpPr txBox="1"/>
          <p:nvPr/>
        </p:nvSpPr>
        <p:spPr>
          <a:xfrm>
            <a:off x="7649497" y="2507226"/>
            <a:ext cx="348845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Arial Black" panose="020B0A04020102020204" pitchFamily="34" charset="0"/>
              </a:rPr>
              <a:t>JavaScript</a:t>
            </a:r>
          </a:p>
          <a:p>
            <a:r>
              <a:rPr lang="en-IN" sz="4400" dirty="0">
                <a:latin typeface="Arial Black" panose="020B0A04020102020204" pitchFamily="34" charset="0"/>
              </a:rPr>
              <a:t>Validation</a:t>
            </a:r>
          </a:p>
          <a:p>
            <a:r>
              <a:rPr lang="en-IN" sz="4400" dirty="0">
                <a:latin typeface="Arial Black" panose="020B0A04020102020204" pitchFamily="34" charset="0"/>
              </a:rPr>
              <a:t>Form</a:t>
            </a:r>
          </a:p>
        </p:txBody>
      </p:sp>
    </p:spTree>
    <p:extLst>
      <p:ext uri="{BB962C8B-B14F-4D97-AF65-F5344CB8AC3E}">
        <p14:creationId xmlns:p14="http://schemas.microsoft.com/office/powerpoint/2010/main" val="107440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EA92-F9E4-6B67-5157-5FD6088A0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Additional Features Implemented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FD63BB-7851-F9F2-30FA-4D2D9625F4B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41248" y="2435076"/>
            <a:ext cx="590386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Hero Image Header for a modern, clean look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Teal &amp; Beige Color Theme for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Card-Based Layouts for news, events, and businesses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Images from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Unsplash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for better aesthetics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Forum with JavaScript DOM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Fully responsive spacing and clean typography</a:t>
            </a:r>
          </a:p>
        </p:txBody>
      </p:sp>
    </p:spTree>
    <p:extLst>
      <p:ext uri="{BB962C8B-B14F-4D97-AF65-F5344CB8AC3E}">
        <p14:creationId xmlns:p14="http://schemas.microsoft.com/office/powerpoint/2010/main" val="1249904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51DB7-8361-7CC8-B113-887113D1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Thank you</a:t>
            </a:r>
            <a:br>
              <a:rPr lang="en-IN" dirty="0"/>
            </a:br>
            <a:br>
              <a:rPr lang="en-IN" dirty="0"/>
            </a:br>
            <a:r>
              <a:rPr lang="en-IN" sz="2000" dirty="0"/>
              <a:t>The end</a:t>
            </a:r>
            <a:br>
              <a:rPr lang="en-IN" sz="20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3180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30</TotalTime>
  <Words>274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Bahnschrift</vt:lpstr>
      <vt:lpstr>Corbel</vt:lpstr>
      <vt:lpstr>Tw Cen MT</vt:lpstr>
      <vt:lpstr>Parallax</vt:lpstr>
      <vt:lpstr>Droplet</vt:lpstr>
      <vt:lpstr>PowerPoint Presentation</vt:lpstr>
      <vt:lpstr>Local Community Portal</vt:lpstr>
      <vt:lpstr>Empathize</vt:lpstr>
      <vt:lpstr>Define</vt:lpstr>
      <vt:lpstr>Ideate</vt:lpstr>
      <vt:lpstr>PowerPoint Presentation</vt:lpstr>
      <vt:lpstr>PowerPoint Presentation</vt:lpstr>
      <vt:lpstr>PowerPoint Presentation</vt:lpstr>
      <vt:lpstr>PowerPoint Presentation</vt:lpstr>
      <vt:lpstr>Additional Features Implemented</vt:lpstr>
      <vt:lpstr>Thank you  The end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Samyak Chaturvedi</dc:creator>
  <cp:lastModifiedBy>Samyak Chaturvedi</cp:lastModifiedBy>
  <cp:revision>2</cp:revision>
  <dcterms:created xsi:type="dcterms:W3CDTF">2025-12-10T19:04:43Z</dcterms:created>
  <dcterms:modified xsi:type="dcterms:W3CDTF">2025-12-11T15:26:00Z</dcterms:modified>
</cp:coreProperties>
</file>